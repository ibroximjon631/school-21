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4F43A-69C5-46FD-8682-D2925F515E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71FD0D-AE65-4893-B0A8-FFB2B146BB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D2953-94C2-4164-A3EF-5FA0D00F0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0218-C13A-467B-80DE-46CF8AF9B724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54DC8-BCDE-4BD1-9BD9-434E4693B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8E77C-BFF1-4D4F-9679-6133E60A5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B4D7D-515E-47B0-8899-8C0BEAB4C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027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7EEFB-5C42-4259-B3E9-916FD5A61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D85B4-2BE0-40F2-9365-0D5D29F8A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060D9-24BA-45F6-A1E0-A50BB3C09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0218-C13A-467B-80DE-46CF8AF9B724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9EA02-D824-4A57-ADDE-C3B1D17B6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AF07A-8C7D-4B39-90F7-C17357D2E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B4D7D-515E-47B0-8899-8C0BEAB4C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9859F-0585-4EAD-9C29-E10C14F17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45B985-ABCF-4926-BFA6-EBB3E784A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FB0F5B-82C9-4DF9-B1D4-78B137D69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0218-C13A-467B-80DE-46CF8AF9B724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AE844-CBB3-46CE-BB96-69BC5F61F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74D63-C357-4761-9DE5-D18C2ECC2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B4D7D-515E-47B0-8899-8C0BEAB4C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644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22903-6BB2-4353-B446-02E03D506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80547-1EDD-41B3-9498-BE184232C3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30474F-76D8-4814-AF9A-7AFFAB3716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221BF2-FE0E-45D7-90B1-60637FB88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0218-C13A-467B-80DE-46CF8AF9B724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206951-8B4A-40AD-A0F5-32D4A9237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ECCC3E-EC36-42FB-A1F8-AFEFF2F4E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B4D7D-515E-47B0-8899-8C0BEAB4C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37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8DFCC-EF8F-493C-8793-F7100D685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9635D9-F6BB-461F-BE68-E025D8D847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3C48AA-3AC6-4BF9-8263-BBEB6D5C93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12BF73-D568-4B25-AF00-07B1F92318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1A349E-2FCC-41B8-BF00-1E4AFBC070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AACF1F-BFB0-4C4B-92D6-DE306D25D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0218-C13A-467B-80DE-46CF8AF9B724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A82A03-7600-4780-BB89-6E256DF4D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0228AC-C9C6-403E-9BEF-FE5DE71EF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B4D7D-515E-47B0-8899-8C0BEAB4C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262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E9820-BD91-4AA3-8AD7-8C22AEB01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96EFD9-DF0A-414D-8C62-363C2E8E4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0218-C13A-467B-80DE-46CF8AF9B724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F7FFA9-0391-49E0-ABEF-C636F1ED5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A17700-BB70-4BDC-B2F2-6D21E87B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B4D7D-515E-47B0-8899-8C0BEAB4C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50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05D5CA-37C0-4533-A29F-7B9D18298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0218-C13A-467B-80DE-46CF8AF9B724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C9FF2-50D5-49CE-95C1-A91B4AD9A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CE29BD-A055-4528-99A7-D3FAAA063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B4D7D-515E-47B0-8899-8C0BEAB4C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791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14434-8A4A-45A7-AAD0-02A935941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AA9DD-2F3D-4574-8E11-242E320F9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8EFF0B-DC99-4F31-9EA8-E68D19AB5C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567247-AF43-4FAE-9832-2476C7E3D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0218-C13A-467B-80DE-46CF8AF9B724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F0F27-BBC4-4945-A7C5-5535B9C97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008A0-BF69-414A-878E-3DFCB8349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B4D7D-515E-47B0-8899-8C0BEAB4C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8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774FF-FF89-4701-8536-EFCF26508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71A3F3-705B-41A4-B811-7427A697EF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DBE769-898E-4F8E-93C8-8E69D4519A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19AD75-D5E0-4C3B-B7A6-645894225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0218-C13A-467B-80DE-46CF8AF9B724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8A601B-64FE-417E-B6D1-45FA25B25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D7C3FE-79FD-4531-9BBB-32C9EE7B3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B4D7D-515E-47B0-8899-8C0BEAB4C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951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B6F9E-56EF-4F62-B4B1-A445F5C37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EFE780-4D69-4527-866E-EF756180D2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F12CB-B5BB-4CE6-88A2-3FD5D9ABE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0218-C13A-467B-80DE-46CF8AF9B724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EEF9B-12C9-4857-97E9-207809C1B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60FBE-F828-46FF-92C1-D5998DCE3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B4D7D-515E-47B0-8899-8C0BEAB4C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571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8DA5B7-D0CD-4F25-901E-128D3AB611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B76F1E-96E4-4678-87E9-7804E2460B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54080-4FEF-4EAF-8BC5-20503DCE3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0218-C13A-467B-80DE-46CF8AF9B724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F4B82-FC81-4109-A788-7987CE624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8175F-CB6E-4045-BF25-768B89F90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B4D7D-515E-47B0-8899-8C0BEAB4C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266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F6CC65-57B2-4418-B203-93F87B8CA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0EA43-73BB-45CA-B6C1-30CB11C12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13622-1D48-417C-ABAE-CB5F83F205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50218-C13A-467B-80DE-46CF8AF9B724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20E40-9388-4F94-AE7F-8B91E9A776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E8E9B-7D08-46D3-A6F5-B4821612B8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1B4D7D-515E-47B0-8899-8C0BEAB4C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955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7839AED-8480-40CE-BB1C-BAB9C8467238}"/>
              </a:ext>
            </a:extLst>
          </p:cNvPr>
          <p:cNvSpPr txBox="1"/>
          <p:nvPr/>
        </p:nvSpPr>
        <p:spPr>
          <a:xfrm>
            <a:off x="3048000" y="199783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                               [Marketing </a:t>
            </a:r>
            <a:r>
              <a:rPr lang="en-US" dirty="0" err="1"/>
              <a:t>bo'limi</a:t>
            </a:r>
            <a:r>
              <a:rPr lang="en-US" dirty="0"/>
              <a:t>]</a:t>
            </a:r>
          </a:p>
          <a:p>
            <a:r>
              <a:rPr lang="en-US" dirty="0"/>
              <a:t>                             [</a:t>
            </a:r>
            <a:r>
              <a:rPr lang="en-US" dirty="0" err="1"/>
              <a:t>Tizim</a:t>
            </a:r>
            <a:r>
              <a:rPr lang="en-US" dirty="0"/>
              <a:t> </a:t>
            </a:r>
            <a:r>
              <a:rPr lang="en-US" dirty="0" err="1"/>
              <a:t>ishlab</a:t>
            </a:r>
            <a:r>
              <a:rPr lang="en-US" dirty="0"/>
              <a:t> </a:t>
            </a:r>
            <a:r>
              <a:rPr lang="en-US" dirty="0" err="1"/>
              <a:t>chiquvchilari</a:t>
            </a:r>
            <a:r>
              <a:rPr lang="en-US" dirty="0"/>
              <a:t>]</a:t>
            </a:r>
          </a:p>
          <a:p>
            <a:r>
              <a:rPr lang="en-US" dirty="0"/>
              <a:t>                               [IT </a:t>
            </a:r>
            <a:r>
              <a:rPr lang="en-US" dirty="0" err="1"/>
              <a:t>qo'llab-quvvatlash</a:t>
            </a:r>
            <a:r>
              <a:rPr lang="en-US" dirty="0"/>
              <a:t> </a:t>
            </a:r>
            <a:r>
              <a:rPr lang="en-US" dirty="0" err="1"/>
              <a:t>bo'limi</a:t>
            </a:r>
            <a:r>
              <a:rPr lang="en-US" dirty="0"/>
              <a:t>]</a:t>
            </a:r>
          </a:p>
          <a:p>
            <a:r>
              <a:rPr lang="en-US" dirty="0"/>
              <a:t>                  ------------------------------------------------</a:t>
            </a:r>
          </a:p>
          <a:p>
            <a:r>
              <a:rPr lang="en-US" dirty="0"/>
              <a:t>                |              [</a:t>
            </a:r>
            <a:r>
              <a:rPr lang="en-US" dirty="0" err="1"/>
              <a:t>Mijozlarni</a:t>
            </a:r>
            <a:r>
              <a:rPr lang="en-US" dirty="0"/>
              <a:t> </a:t>
            </a:r>
            <a:r>
              <a:rPr lang="en-US" dirty="0" err="1"/>
              <a:t>qo'llab-quvvatlash</a:t>
            </a:r>
            <a:r>
              <a:rPr lang="en-US" dirty="0"/>
              <a:t>]   |</a:t>
            </a:r>
          </a:p>
          <a:p>
            <a:r>
              <a:rPr lang="en-US" dirty="0"/>
              <a:t>                |              [</a:t>
            </a:r>
            <a:r>
              <a:rPr lang="en-US" dirty="0" err="1"/>
              <a:t>Buxgalteriya</a:t>
            </a:r>
            <a:r>
              <a:rPr lang="en-US" dirty="0"/>
              <a:t> </a:t>
            </a:r>
            <a:r>
              <a:rPr lang="en-US" dirty="0" err="1"/>
              <a:t>bo'limi</a:t>
            </a:r>
            <a:r>
              <a:rPr lang="en-US" dirty="0"/>
              <a:t>]                   |</a:t>
            </a:r>
          </a:p>
          <a:p>
            <a:r>
              <a:rPr lang="en-US" dirty="0"/>
              <a:t>                |              [</a:t>
            </a:r>
            <a:r>
              <a:rPr lang="en-US" dirty="0" err="1"/>
              <a:t>Do'kon</a:t>
            </a:r>
            <a:r>
              <a:rPr lang="en-US" dirty="0"/>
              <a:t> </a:t>
            </a:r>
            <a:r>
              <a:rPr lang="en-US" dirty="0" err="1"/>
              <a:t>egasi</a:t>
            </a:r>
            <a:r>
              <a:rPr lang="en-US" dirty="0"/>
              <a:t> / </a:t>
            </a:r>
            <a:r>
              <a:rPr lang="en-US" dirty="0" err="1"/>
              <a:t>Menejer</a:t>
            </a:r>
            <a:r>
              <a:rPr lang="en-US" dirty="0"/>
              <a:t>]            |</a:t>
            </a:r>
          </a:p>
          <a:p>
            <a:r>
              <a:rPr lang="en-US"/>
              <a:t>                    ------------------------------------------------</a:t>
            </a:r>
            <a:endParaRPr lang="en-US" dirty="0"/>
          </a:p>
          <a:p>
            <a:r>
              <a:rPr lang="en-US" dirty="0"/>
              <a:t>                         [</a:t>
            </a:r>
            <a:r>
              <a:rPr lang="en-US" dirty="0" err="1"/>
              <a:t>Kuryer</a:t>
            </a:r>
            <a:r>
              <a:rPr lang="en-US" dirty="0"/>
              <a:t>]        [</a:t>
            </a:r>
            <a:r>
              <a:rPr lang="en-US" dirty="0" err="1"/>
              <a:t>Dispecher</a:t>
            </a:r>
            <a:r>
              <a:rPr lang="en-US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118332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51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Ibroximjon</dc:creator>
  <cp:lastModifiedBy>Ibroximjon</cp:lastModifiedBy>
  <cp:revision>1</cp:revision>
  <dcterms:created xsi:type="dcterms:W3CDTF">2024-12-27T18:27:09Z</dcterms:created>
  <dcterms:modified xsi:type="dcterms:W3CDTF">2024-12-27T18:29:34Z</dcterms:modified>
</cp:coreProperties>
</file>